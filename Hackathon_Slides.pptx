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338" r:id="rId3"/>
    <p:sldId id="339" r:id="rId4"/>
    <p:sldId id="322" r:id="rId5"/>
    <p:sldId id="332" r:id="rId6"/>
    <p:sldId id="340" r:id="rId7"/>
    <p:sldId id="346" r:id="rId8"/>
    <p:sldId id="341" r:id="rId9"/>
    <p:sldId id="343" r:id="rId10"/>
    <p:sldId id="344" r:id="rId11"/>
    <p:sldId id="345" r:id="rId12"/>
    <p:sldId id="34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BD41F0-D2F5-4BAF-9F2D-821F8C9CD3E9}" v="8" dt="2025-12-17T20:48:10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58"/>
    <p:restoredTop sz="95833"/>
  </p:normalViewPr>
  <p:slideViewPr>
    <p:cSldViewPr snapToGrid="0" snapToObjects="1">
      <p:cViewPr varScale="1">
        <p:scale>
          <a:sx n="102" d="100"/>
          <a:sy n="102" d="100"/>
        </p:scale>
        <p:origin x="69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69DF-3812-4E1A-923E-00C131806F24}" type="datetime1">
              <a:rPr lang="en-IN" smtClean="0"/>
              <a:t>18-12-2025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E38E-4E7C-438B-B5C3-90ED8FE108B4}" type="datetime1">
              <a:rPr lang="en-IN" smtClean="0"/>
              <a:t>18-12-2025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F049-FD41-447C-B397-1AAEC49B808E}" type="datetime1">
              <a:rPr lang="en-IN" smtClean="0"/>
              <a:t>18-12-2025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15A7-C360-4AE5-ADED-E859AC5F350C}" type="datetime1">
              <a:rPr lang="en-IN" smtClean="0"/>
              <a:t>18-12-2025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B469D-B584-4523-9F24-AAC07632425A}" type="datetime1">
              <a:rPr lang="en-IN" smtClean="0"/>
              <a:t>18-12-2025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F86A-0B23-4D56-9ECB-0EADC5C13D17}" type="datetime1">
              <a:rPr lang="en-IN" smtClean="0"/>
              <a:t>18-12-2025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A2DA-481C-4C0B-964F-AF7F7FCA69F3}" type="datetime1">
              <a:rPr lang="en-IN" smtClean="0"/>
              <a:t>18-12-2025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F3A7-1C7C-4889-8ADA-8682567CB839}" type="datetime1">
              <a:rPr lang="en-IN" smtClean="0"/>
              <a:t>18-12-2025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7F15-0596-43A4-A1AE-DCB5F6EC8F81}" type="datetime1">
              <a:rPr lang="en-IN" smtClean="0"/>
              <a:t>18-12-2025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B90A-10AE-434A-AB39-8E6304B8158A}" type="datetime1">
              <a:rPr lang="en-IN" smtClean="0"/>
              <a:t>18-12-2025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157C-9A58-418C-A682-D75B905A7F7F}" type="datetime1">
              <a:rPr lang="en-IN" smtClean="0"/>
              <a:t>18-12-2025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0D3C2-B8FF-4AB5-969B-088F862956DE}" type="datetime1">
              <a:rPr lang="en-IN" smtClean="0"/>
              <a:t>18-12-2025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B539-7A9B-4761-A7BE-5973B5F603C5}" type="datetime1">
              <a:rPr lang="en-IN" smtClean="0"/>
              <a:t>18-12-2025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17213-ED3E-4FAA-8646-38E7A71B67B4}" type="datetime1">
              <a:rPr lang="en-IN" smtClean="0"/>
              <a:t>18-12-2025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F49A-908B-446A-B6F1-F01798430F9D}" type="datetime1">
              <a:rPr lang="en-IN" smtClean="0"/>
              <a:t>18-12-2025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41BB-8F05-47D6-BFA8-46DBDF9E68E9}" type="datetime1">
              <a:rPr lang="en-IN" smtClean="0"/>
              <a:t>18-12-2025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ACB67-18D3-40BF-BAB8-541A573701E1}" type="datetime1">
              <a:rPr lang="en-IN" smtClean="0"/>
              <a:t>18-12-2025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65A25-45B9-4E31-B775-CA93318FB901}" type="datetime1">
              <a:rPr lang="en-IN" smtClean="0"/>
              <a:t>18-12-2025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515600" cy="135517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Disaster Relief Resource Management</a:t>
            </a:r>
            <a:br>
              <a:rPr lang="en-US" sz="2800" b="1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Group No - 2</a:t>
            </a:r>
            <a:endParaRPr lang="en-US" sz="2800" b="1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1418" y="1737504"/>
            <a:ext cx="10515600" cy="4763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Student Name 		Register Number		Section</a:t>
            </a: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429000"/>
            <a:ext cx="10515600" cy="1521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Freshman Engineering (FED)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950072"/>
            <a:ext cx="2175809" cy="10326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689CC3-81A1-24CD-01E9-544FAFEB2EDB}"/>
              </a:ext>
            </a:extLst>
          </p:cNvPr>
          <p:cNvSpPr txBox="1"/>
          <p:nvPr/>
        </p:nvSpPr>
        <p:spPr>
          <a:xfrm>
            <a:off x="961417" y="2311781"/>
            <a:ext cx="96156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KULKARANI ABHILASH		2510030231			S-9</a:t>
            </a:r>
          </a:p>
          <a:p>
            <a:r>
              <a:rPr lang="en-IN" dirty="0"/>
              <a:t>2. BHAVYA SREE KANDUR		2510030401			S-2</a:t>
            </a:r>
          </a:p>
          <a:p>
            <a:r>
              <a:rPr lang="en-IN" dirty="0"/>
              <a:t>3. B THANU SREE			2510040112			S-8</a:t>
            </a:r>
          </a:p>
          <a:p>
            <a:r>
              <a:rPr lang="en-IN" dirty="0"/>
              <a:t>4. UTKALIKA PRIYADARSHINEE	2510080004			S-7</a:t>
            </a:r>
          </a:p>
          <a:p>
            <a:r>
              <a:rPr lang="en-IN" dirty="0"/>
              <a:t>5. MARAGANI SATHYA KRISHNA	2510080006			S-2</a:t>
            </a:r>
          </a:p>
        </p:txBody>
      </p:sp>
    </p:spTree>
    <p:extLst>
      <p:ext uri="{BB962C8B-B14F-4D97-AF65-F5344CB8AC3E}">
        <p14:creationId xmlns:p14="http://schemas.microsoft.com/office/powerpoint/2010/main" val="2163796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C3FE6-1298-FD73-4845-A4546335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cs typeface="Arial" panose="020B0604020202020204" pitchFamily="34" charset="0"/>
              </a:rPr>
              <a:t>Role played in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79CC-EEF1-6B00-F635-AA4B4DF24E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 err="1"/>
              <a:t>RollNo</a:t>
            </a:r>
            <a:r>
              <a:rPr lang="en-IN" dirty="0"/>
              <a:t> - 2510030231</a:t>
            </a:r>
          </a:p>
          <a:p>
            <a:r>
              <a:rPr lang="en-IN" dirty="0" err="1"/>
              <a:t>RollNo</a:t>
            </a:r>
            <a:r>
              <a:rPr lang="en-IN" dirty="0"/>
              <a:t> - 2510030401</a:t>
            </a:r>
          </a:p>
          <a:p>
            <a:r>
              <a:rPr lang="en-IN" dirty="0" err="1"/>
              <a:t>RollNo</a:t>
            </a:r>
            <a:r>
              <a:rPr lang="en-IN" dirty="0"/>
              <a:t> - 2510040112</a:t>
            </a:r>
          </a:p>
          <a:p>
            <a:r>
              <a:rPr lang="en-IN" dirty="0" err="1"/>
              <a:t>RollNo</a:t>
            </a:r>
            <a:r>
              <a:rPr lang="en-IN" dirty="0"/>
              <a:t> - 2510080004</a:t>
            </a:r>
          </a:p>
          <a:p>
            <a:r>
              <a:rPr lang="en-IN" dirty="0" err="1"/>
              <a:t>RollNo</a:t>
            </a:r>
            <a:r>
              <a:rPr lang="en-IN" dirty="0"/>
              <a:t> - 2510080006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1123-C8C9-DF65-F1B7-5CF7310B42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Developed Resources class</a:t>
            </a:r>
          </a:p>
          <a:p>
            <a:r>
              <a:rPr lang="en-IN" dirty="0"/>
              <a:t>Developed </a:t>
            </a:r>
            <a:r>
              <a:rPr lang="en-IN" dirty="0" err="1"/>
              <a:t>AffectedAreas</a:t>
            </a:r>
            <a:r>
              <a:rPr lang="en-IN" dirty="0"/>
              <a:t> class</a:t>
            </a:r>
          </a:p>
          <a:p>
            <a:r>
              <a:rPr lang="en-IN" dirty="0"/>
              <a:t>Developed Inheritance class</a:t>
            </a:r>
          </a:p>
          <a:p>
            <a:r>
              <a:rPr lang="en-IN" dirty="0"/>
              <a:t>Created Class Diagram</a:t>
            </a:r>
          </a:p>
          <a:p>
            <a:r>
              <a:rPr lang="en-IN" dirty="0"/>
              <a:t>Developed </a:t>
            </a:r>
            <a:r>
              <a:rPr lang="en-IN" dirty="0" err="1"/>
              <a:t>ReportManagement</a:t>
            </a:r>
            <a:r>
              <a:rPr lang="en-IN" dirty="0"/>
              <a:t> and Main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F3EAA-557C-E93B-B4B6-3E8597D5B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5908" y="0"/>
            <a:ext cx="2175809" cy="103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1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Objective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Project Description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Class Diagram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Workflow of the Application (Flowchart)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Code Screenshots (Module wise)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Output Screenshots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4B66A5-D0D8-719B-6DCB-B427293C6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477" y="87997"/>
            <a:ext cx="2175809" cy="103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1451BB-EE59-F64E-3B2E-5937E82E1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577" y="0"/>
            <a:ext cx="2175809" cy="103269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259CC-05A6-DA12-B56D-816B1D26B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1053"/>
            <a:ext cx="10515600" cy="577591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OBJECTIVE	  </a:t>
            </a:r>
            <a:r>
              <a:rPr lang="en-IN" dirty="0"/>
              <a:t>: To manage relief materials distribution.</a:t>
            </a:r>
          </a:p>
          <a:p>
            <a:pPr marL="0" indent="0">
              <a:buNone/>
            </a:pPr>
            <a:r>
              <a:rPr lang="en-IN" b="1" dirty="0"/>
              <a:t>DESCRIPTION: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A management system in which we can track and allocate resources to affected areas based on the disaster type.</a:t>
            </a:r>
          </a:p>
          <a:p>
            <a:pPr marL="0" indent="0">
              <a:buNone/>
            </a:pPr>
            <a:r>
              <a:rPr lang="en-IN" dirty="0"/>
              <a:t>In this management system we can generate a report based on the distributed stock.</a:t>
            </a:r>
          </a:p>
          <a:p>
            <a:pPr marL="0" indent="0">
              <a:buNone/>
            </a:pPr>
            <a:r>
              <a:rPr lang="en-IN" dirty="0"/>
              <a:t>This system makes the process of tracking and allocating the stock effortless.</a:t>
            </a:r>
          </a:p>
          <a:p>
            <a:pPr marL="0" indent="0">
              <a:buNone/>
            </a:pPr>
            <a:r>
              <a:rPr lang="en-IN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4CD7FB-2BB3-F169-E90A-BF363F1E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236E11-DC18-AFA7-97D7-01703C49D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577" y="0"/>
            <a:ext cx="2175809" cy="10326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539E51-3F2F-0EB8-87E9-82ADDB17E7AE}"/>
              </a:ext>
            </a:extLst>
          </p:cNvPr>
          <p:cNvSpPr txBox="1"/>
          <p:nvPr/>
        </p:nvSpPr>
        <p:spPr>
          <a:xfrm>
            <a:off x="171116" y="136323"/>
            <a:ext cx="11496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WORKFLOW: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7D3ADAB-9ECE-86D6-5A86-0006845B945B}"/>
              </a:ext>
            </a:extLst>
          </p:cNvPr>
          <p:cNvSpPr/>
          <p:nvPr/>
        </p:nvSpPr>
        <p:spPr>
          <a:xfrm>
            <a:off x="2679616" y="317537"/>
            <a:ext cx="1465179" cy="41745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5DABA1-AD8E-139E-51B0-5043396087F9}"/>
              </a:ext>
            </a:extLst>
          </p:cNvPr>
          <p:cNvSpPr/>
          <p:nvPr/>
        </p:nvSpPr>
        <p:spPr>
          <a:xfrm>
            <a:off x="2591384" y="1229659"/>
            <a:ext cx="1641642" cy="63633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Display the </a:t>
            </a:r>
            <a:r>
              <a:rPr lang="en-IN" sz="1200" dirty="0" err="1"/>
              <a:t>MainMenu</a:t>
            </a:r>
            <a:endParaRPr lang="en-IN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749264-AE3F-80AD-FA2A-0B40BA486E00}"/>
              </a:ext>
            </a:extLst>
          </p:cNvPr>
          <p:cNvSpPr/>
          <p:nvPr/>
        </p:nvSpPr>
        <p:spPr>
          <a:xfrm>
            <a:off x="2591384" y="2550930"/>
            <a:ext cx="1641642" cy="63633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User selects a option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2A818473-58F9-3893-7E64-2CC66DF47081}"/>
              </a:ext>
            </a:extLst>
          </p:cNvPr>
          <p:cNvSpPr/>
          <p:nvPr/>
        </p:nvSpPr>
        <p:spPr>
          <a:xfrm>
            <a:off x="2829341" y="3593103"/>
            <a:ext cx="1165727" cy="1363579"/>
          </a:xfrm>
          <a:prstGeom prst="diamon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aseline="-25000" dirty="0"/>
              <a:t>Menu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CC32D6-6BA8-F09C-899D-E6E6C5C4E6E6}"/>
              </a:ext>
            </a:extLst>
          </p:cNvPr>
          <p:cNvSpPr/>
          <p:nvPr/>
        </p:nvSpPr>
        <p:spPr>
          <a:xfrm>
            <a:off x="211221" y="3950129"/>
            <a:ext cx="1641642" cy="63633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Report in File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A46F54-1E3C-E7AD-6674-B0727C3A6DCC}"/>
              </a:ext>
            </a:extLst>
          </p:cNvPr>
          <p:cNvSpPr/>
          <p:nvPr/>
        </p:nvSpPr>
        <p:spPr>
          <a:xfrm>
            <a:off x="2591383" y="5652127"/>
            <a:ext cx="1641642" cy="63633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Track Available Resources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8770E3-D1AE-85C2-1041-5A62E19315A6}"/>
              </a:ext>
            </a:extLst>
          </p:cNvPr>
          <p:cNvSpPr/>
          <p:nvPr/>
        </p:nvSpPr>
        <p:spPr>
          <a:xfrm>
            <a:off x="4606758" y="3956723"/>
            <a:ext cx="1641642" cy="63633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Distribute Resources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F63416A-FD38-6AA5-5835-631FE069FC6E}"/>
              </a:ext>
            </a:extLst>
          </p:cNvPr>
          <p:cNvSpPr/>
          <p:nvPr/>
        </p:nvSpPr>
        <p:spPr>
          <a:xfrm>
            <a:off x="7055853" y="3950128"/>
            <a:ext cx="1641642" cy="63633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Select Affected Area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A759CF9-3BFC-2319-2BA3-BF864D6D85D6}"/>
              </a:ext>
            </a:extLst>
          </p:cNvPr>
          <p:cNvSpPr/>
          <p:nvPr/>
        </p:nvSpPr>
        <p:spPr>
          <a:xfrm>
            <a:off x="9675481" y="3950127"/>
            <a:ext cx="1641642" cy="63633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Select Type of Disaster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F39293C-7C0D-0A72-7F72-AA257F169DDF}"/>
              </a:ext>
            </a:extLst>
          </p:cNvPr>
          <p:cNvSpPr/>
          <p:nvPr/>
        </p:nvSpPr>
        <p:spPr>
          <a:xfrm>
            <a:off x="9675481" y="5651839"/>
            <a:ext cx="1641642" cy="63633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Enter Required Resources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DFD44A-9A15-AB3C-F07D-91AB2806D4C5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3412205" y="734996"/>
            <a:ext cx="1" cy="4946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2AEC93-2344-95D4-D67E-F7E4696502FE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412205" y="1865996"/>
            <a:ext cx="0" cy="6849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427506-B8CE-219E-D71A-E4ECF36D27C8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3412205" y="3187267"/>
            <a:ext cx="0" cy="405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29402-D6CA-48F3-8BBA-D5271831BFC1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 flipV="1">
            <a:off x="1852863" y="4268298"/>
            <a:ext cx="976478" cy="65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974A21D-9C7B-B36A-0CA6-B35A104C222D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3995068" y="4274892"/>
            <a:ext cx="61169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EF7C1C6-915F-7123-8F22-913D133CBE5F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6248400" y="4268297"/>
            <a:ext cx="807453" cy="65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949451-8164-3A68-2740-5ED513B6458A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 flipV="1">
            <a:off x="8697495" y="4268296"/>
            <a:ext cx="97798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F76BA85-FE14-7715-0318-F706B911EE88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10496302" y="4586464"/>
            <a:ext cx="0" cy="10653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AD8E659-9104-EA55-AE72-5ABEF1100C99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 flipH="1">
            <a:off x="3412204" y="4956682"/>
            <a:ext cx="1" cy="695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4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A8AB-5E5A-FE29-38F3-F6A681EE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547"/>
            <a:ext cx="10515600" cy="506496"/>
          </a:xfrm>
        </p:spPr>
        <p:txBody>
          <a:bodyPr>
            <a:normAutofit/>
          </a:bodyPr>
          <a:lstStyle/>
          <a:p>
            <a:r>
              <a:rPr lang="en-IN" sz="2800" b="1" dirty="0"/>
              <a:t>Class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BA6D39-980C-E52C-2CC7-0F712F34DB58}"/>
              </a:ext>
            </a:extLst>
          </p:cNvPr>
          <p:cNvSpPr/>
          <p:nvPr/>
        </p:nvSpPr>
        <p:spPr>
          <a:xfrm>
            <a:off x="128337" y="807453"/>
            <a:ext cx="11956716" cy="5967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D4733E-1AF4-A19E-3350-5E3BAFF23B85}"/>
              </a:ext>
            </a:extLst>
          </p:cNvPr>
          <p:cNvSpPr/>
          <p:nvPr/>
        </p:nvSpPr>
        <p:spPr>
          <a:xfrm>
            <a:off x="128337" y="465221"/>
            <a:ext cx="1641642" cy="3422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DRRM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590023-1F3E-5F0B-C95F-44C5BF17E7ED}"/>
              </a:ext>
            </a:extLst>
          </p:cNvPr>
          <p:cNvSpPr/>
          <p:nvPr/>
        </p:nvSpPr>
        <p:spPr>
          <a:xfrm>
            <a:off x="304800" y="978568"/>
            <a:ext cx="2855495" cy="27485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94B59B-3AE4-FAC2-A880-279E43362E7C}"/>
              </a:ext>
            </a:extLst>
          </p:cNvPr>
          <p:cNvCxnSpPr>
            <a:cxnSpLocks/>
          </p:cNvCxnSpPr>
          <p:nvPr/>
        </p:nvCxnSpPr>
        <p:spPr>
          <a:xfrm>
            <a:off x="304800" y="1347900"/>
            <a:ext cx="28554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279088-EFAB-EAD1-8B9A-3B99CD5406CA}"/>
              </a:ext>
            </a:extLst>
          </p:cNvPr>
          <p:cNvCxnSpPr>
            <a:cxnSpLocks/>
          </p:cNvCxnSpPr>
          <p:nvPr/>
        </p:nvCxnSpPr>
        <p:spPr>
          <a:xfrm>
            <a:off x="304800" y="2136637"/>
            <a:ext cx="28554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77C20B-16D3-DA31-9E9D-F974C17CD0E7}"/>
              </a:ext>
            </a:extLst>
          </p:cNvPr>
          <p:cNvSpPr txBox="1"/>
          <p:nvPr/>
        </p:nvSpPr>
        <p:spPr>
          <a:xfrm>
            <a:off x="304800" y="1347900"/>
            <a:ext cx="2855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 name: String</a:t>
            </a:r>
          </a:p>
          <a:p>
            <a:r>
              <a:rPr lang="en-IN" dirty="0"/>
              <a:t># </a:t>
            </a:r>
            <a:r>
              <a:rPr lang="en-IN" dirty="0" err="1"/>
              <a:t>disastertype</a:t>
            </a:r>
            <a:r>
              <a:rPr lang="en-IN" dirty="0"/>
              <a:t>: String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7918ED-116F-F0E0-CFC0-343E14ADEF15}"/>
              </a:ext>
            </a:extLst>
          </p:cNvPr>
          <p:cNvSpPr/>
          <p:nvPr/>
        </p:nvSpPr>
        <p:spPr>
          <a:xfrm>
            <a:off x="304800" y="4309980"/>
            <a:ext cx="2855495" cy="23047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C3DD3-0818-C142-86A0-F5DC3D82A622}"/>
              </a:ext>
            </a:extLst>
          </p:cNvPr>
          <p:cNvSpPr txBox="1"/>
          <p:nvPr/>
        </p:nvSpPr>
        <p:spPr>
          <a:xfrm>
            <a:off x="304801" y="2096168"/>
            <a:ext cx="29143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 </a:t>
            </a:r>
            <a:r>
              <a:rPr lang="en-IN" dirty="0" err="1"/>
              <a:t>AfftectedArea</a:t>
            </a:r>
            <a:r>
              <a:rPr lang="en-IN" dirty="0"/>
              <a:t>(String name)</a:t>
            </a:r>
          </a:p>
          <a:p>
            <a:r>
              <a:rPr lang="en-IN" dirty="0"/>
              <a:t>+ </a:t>
            </a:r>
            <a:r>
              <a:rPr lang="en-IN" dirty="0" err="1"/>
              <a:t>getName</a:t>
            </a:r>
            <a:r>
              <a:rPr lang="en-IN" dirty="0"/>
              <a:t>(): String</a:t>
            </a:r>
          </a:p>
          <a:p>
            <a:r>
              <a:rPr lang="en-IN" dirty="0"/>
              <a:t>+</a:t>
            </a:r>
            <a:r>
              <a:rPr lang="en-IN" dirty="0" err="1"/>
              <a:t>setDisastertype</a:t>
            </a:r>
            <a:r>
              <a:rPr lang="en-IN" dirty="0"/>
              <a:t>(String </a:t>
            </a:r>
            <a:r>
              <a:rPr lang="en-IN" dirty="0" err="1"/>
              <a:t>disastertype</a:t>
            </a:r>
            <a:r>
              <a:rPr lang="en-IN" dirty="0"/>
              <a:t>):void</a:t>
            </a:r>
          </a:p>
          <a:p>
            <a:r>
              <a:rPr lang="en-IN" dirty="0"/>
              <a:t>&lt;&lt;void display()&gt;&gt;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5D05C0-2BEE-679C-A1F1-2AF7B0BB9A26}"/>
              </a:ext>
            </a:extLst>
          </p:cNvPr>
          <p:cNvSpPr txBox="1"/>
          <p:nvPr/>
        </p:nvSpPr>
        <p:spPr>
          <a:xfrm>
            <a:off x="245978" y="963137"/>
            <a:ext cx="281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&lt;&lt;Area&gt;&gt;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14290-0F99-3D23-142B-6585DE3C2CB8}"/>
              </a:ext>
            </a:extLst>
          </p:cNvPr>
          <p:cNvSpPr txBox="1"/>
          <p:nvPr/>
        </p:nvSpPr>
        <p:spPr>
          <a:xfrm>
            <a:off x="245978" y="4322737"/>
            <a:ext cx="281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AffectedAreas</a:t>
            </a:r>
            <a:endParaRPr lang="en-IN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3708D9-C7F0-3C45-953B-F6F4C7472AF9}"/>
              </a:ext>
            </a:extLst>
          </p:cNvPr>
          <p:cNvCxnSpPr>
            <a:cxnSpLocks/>
          </p:cNvCxnSpPr>
          <p:nvPr/>
        </p:nvCxnSpPr>
        <p:spPr>
          <a:xfrm>
            <a:off x="304800" y="4732421"/>
            <a:ext cx="28554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C609047-2E22-2A48-3CE6-4ACB3C024C22}"/>
              </a:ext>
            </a:extLst>
          </p:cNvPr>
          <p:cNvCxnSpPr>
            <a:cxnSpLocks/>
          </p:cNvCxnSpPr>
          <p:nvPr/>
        </p:nvCxnSpPr>
        <p:spPr>
          <a:xfrm>
            <a:off x="304801" y="5245768"/>
            <a:ext cx="28554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8A20F32-A3AC-53EA-B912-B9A6C7958FB4}"/>
              </a:ext>
            </a:extLst>
          </p:cNvPr>
          <p:cNvSpPr txBox="1"/>
          <p:nvPr/>
        </p:nvSpPr>
        <p:spPr>
          <a:xfrm>
            <a:off x="323515" y="4754718"/>
            <a:ext cx="281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Resource: resource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E9D335-26EE-6D0B-1BEE-23D44600840B}"/>
              </a:ext>
            </a:extLst>
          </p:cNvPr>
          <p:cNvSpPr txBox="1"/>
          <p:nvPr/>
        </p:nvSpPr>
        <p:spPr>
          <a:xfrm>
            <a:off x="304799" y="5243573"/>
            <a:ext cx="2855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 </a:t>
            </a:r>
            <a:r>
              <a:rPr lang="en-IN" dirty="0" err="1"/>
              <a:t>AffectedAreas</a:t>
            </a:r>
            <a:r>
              <a:rPr lang="en-IN" dirty="0"/>
              <a:t>(String name, Resource resource)</a:t>
            </a:r>
          </a:p>
          <a:p>
            <a:r>
              <a:rPr lang="en-IN" dirty="0"/>
              <a:t>~ display(): void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3F7740-B507-EEB2-53C6-C4AC0981496C}"/>
              </a:ext>
            </a:extLst>
          </p:cNvPr>
          <p:cNvSpPr/>
          <p:nvPr/>
        </p:nvSpPr>
        <p:spPr>
          <a:xfrm>
            <a:off x="3633537" y="2136637"/>
            <a:ext cx="2855495" cy="32695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2263DB-4558-EC10-37A6-E2562CC906CD}"/>
              </a:ext>
            </a:extLst>
          </p:cNvPr>
          <p:cNvCxnSpPr>
            <a:cxnSpLocks/>
          </p:cNvCxnSpPr>
          <p:nvPr/>
        </p:nvCxnSpPr>
        <p:spPr>
          <a:xfrm>
            <a:off x="3633537" y="2591163"/>
            <a:ext cx="28554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DF9A6AD-08F6-699C-8414-196D1212D6CC}"/>
              </a:ext>
            </a:extLst>
          </p:cNvPr>
          <p:cNvSpPr txBox="1"/>
          <p:nvPr/>
        </p:nvSpPr>
        <p:spPr>
          <a:xfrm>
            <a:off x="3633537" y="2203479"/>
            <a:ext cx="281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Resource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058AAD-1487-6106-52A5-570FCD94567C}"/>
              </a:ext>
            </a:extLst>
          </p:cNvPr>
          <p:cNvSpPr txBox="1"/>
          <p:nvPr/>
        </p:nvSpPr>
        <p:spPr>
          <a:xfrm>
            <a:off x="3652252" y="2583142"/>
            <a:ext cx="28180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food: int</a:t>
            </a:r>
          </a:p>
          <a:p>
            <a:r>
              <a:rPr lang="en-IN" dirty="0"/>
              <a:t>Water: int</a:t>
            </a:r>
          </a:p>
          <a:p>
            <a:r>
              <a:rPr lang="en-IN" dirty="0"/>
              <a:t>Medicines: int</a:t>
            </a:r>
          </a:p>
          <a:p>
            <a:r>
              <a:rPr lang="en-IN" dirty="0"/>
              <a:t>Boats: int</a:t>
            </a:r>
          </a:p>
          <a:p>
            <a:r>
              <a:rPr lang="en-IN" dirty="0"/>
              <a:t>Shelters: int</a:t>
            </a:r>
          </a:p>
          <a:p>
            <a:r>
              <a:rPr lang="en-IN" dirty="0"/>
              <a:t>Fire Extinguishers: int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DAA631E-1F65-11D3-8881-D9E2031DC393}"/>
              </a:ext>
            </a:extLst>
          </p:cNvPr>
          <p:cNvCxnSpPr>
            <a:cxnSpLocks/>
          </p:cNvCxnSpPr>
          <p:nvPr/>
        </p:nvCxnSpPr>
        <p:spPr>
          <a:xfrm>
            <a:off x="3652252" y="4344334"/>
            <a:ext cx="28554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902E89F-8E26-3CFA-99DC-D40150BB39A9}"/>
              </a:ext>
            </a:extLst>
          </p:cNvPr>
          <p:cNvSpPr txBox="1"/>
          <p:nvPr/>
        </p:nvSpPr>
        <p:spPr>
          <a:xfrm>
            <a:off x="3670969" y="4368605"/>
            <a:ext cx="2818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 Resource(int f, int w, int m)</a:t>
            </a:r>
          </a:p>
          <a:p>
            <a:r>
              <a:rPr lang="en-IN" dirty="0"/>
              <a:t>~ display(): void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EE2961-0927-39E1-F529-D48DBED6BAA4}"/>
              </a:ext>
            </a:extLst>
          </p:cNvPr>
          <p:cNvSpPr/>
          <p:nvPr/>
        </p:nvSpPr>
        <p:spPr>
          <a:xfrm>
            <a:off x="8336547" y="978568"/>
            <a:ext cx="2855495" cy="20052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A27BAE2-DF79-EE13-9B68-AB38813010B1}"/>
              </a:ext>
            </a:extLst>
          </p:cNvPr>
          <p:cNvCxnSpPr>
            <a:cxnSpLocks/>
          </p:cNvCxnSpPr>
          <p:nvPr/>
        </p:nvCxnSpPr>
        <p:spPr>
          <a:xfrm>
            <a:off x="8336547" y="1454484"/>
            <a:ext cx="28554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39ADF22-7C65-7791-7D09-996F1B521E94}"/>
              </a:ext>
            </a:extLst>
          </p:cNvPr>
          <p:cNvSpPr txBox="1"/>
          <p:nvPr/>
        </p:nvSpPr>
        <p:spPr>
          <a:xfrm>
            <a:off x="8355262" y="1031860"/>
            <a:ext cx="281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mainMenu</a:t>
            </a:r>
            <a:endParaRPr lang="en-IN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B57B1E0-F966-E50A-2E33-934FFF11A0F9}"/>
              </a:ext>
            </a:extLst>
          </p:cNvPr>
          <p:cNvCxnSpPr>
            <a:cxnSpLocks/>
          </p:cNvCxnSpPr>
          <p:nvPr/>
        </p:nvCxnSpPr>
        <p:spPr>
          <a:xfrm>
            <a:off x="8355262" y="1828800"/>
            <a:ext cx="28554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A45539C-0531-279B-DE94-C839F1807EDA}"/>
              </a:ext>
            </a:extLst>
          </p:cNvPr>
          <p:cNvSpPr txBox="1"/>
          <p:nvPr/>
        </p:nvSpPr>
        <p:spPr>
          <a:xfrm>
            <a:off x="8364619" y="1902055"/>
            <a:ext cx="2818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get </a:t>
            </a:r>
            <a:r>
              <a:rPr lang="en-IN" u="sng" dirty="0" err="1"/>
              <a:t>DisasterType</a:t>
            </a:r>
            <a:r>
              <a:rPr lang="en-IN" dirty="0"/>
              <a:t>(Scanner): String</a:t>
            </a:r>
          </a:p>
          <a:p>
            <a:r>
              <a:rPr lang="en-IN" dirty="0"/>
              <a:t>+</a:t>
            </a:r>
            <a:r>
              <a:rPr lang="en-IN" u="sng" dirty="0"/>
              <a:t>main(String[] </a:t>
            </a:r>
            <a:r>
              <a:rPr lang="en-IN" u="sng" dirty="0" err="1"/>
              <a:t>args</a:t>
            </a:r>
            <a:r>
              <a:rPr lang="en-IN" u="sng" dirty="0"/>
              <a:t>): void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5ED8F2-DCA9-3190-BDCB-08A7AAE49C80}"/>
              </a:ext>
            </a:extLst>
          </p:cNvPr>
          <p:cNvSpPr/>
          <p:nvPr/>
        </p:nvSpPr>
        <p:spPr>
          <a:xfrm>
            <a:off x="8355261" y="3946358"/>
            <a:ext cx="2836781" cy="18797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C82479-E3E2-15A8-4E0B-3E40A2B11293}"/>
              </a:ext>
            </a:extLst>
          </p:cNvPr>
          <p:cNvSpPr txBox="1"/>
          <p:nvPr/>
        </p:nvSpPr>
        <p:spPr>
          <a:xfrm>
            <a:off x="8373979" y="3972146"/>
            <a:ext cx="281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Report Manager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6C3002-2C8E-A69C-2171-22B6D4476069}"/>
              </a:ext>
            </a:extLst>
          </p:cNvPr>
          <p:cNvCxnSpPr>
            <a:cxnSpLocks/>
          </p:cNvCxnSpPr>
          <p:nvPr/>
        </p:nvCxnSpPr>
        <p:spPr>
          <a:xfrm>
            <a:off x="8355262" y="4323348"/>
            <a:ext cx="28554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239E0EA-78C1-5978-7176-82B37FE67F3F}"/>
              </a:ext>
            </a:extLst>
          </p:cNvPr>
          <p:cNvCxnSpPr>
            <a:cxnSpLocks/>
          </p:cNvCxnSpPr>
          <p:nvPr/>
        </p:nvCxnSpPr>
        <p:spPr>
          <a:xfrm>
            <a:off x="8336547" y="4909973"/>
            <a:ext cx="28554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1047EF2-DC11-2B13-0AFB-AB27DB8C2236}"/>
              </a:ext>
            </a:extLst>
          </p:cNvPr>
          <p:cNvSpPr txBox="1"/>
          <p:nvPr/>
        </p:nvSpPr>
        <p:spPr>
          <a:xfrm>
            <a:off x="8364619" y="4928102"/>
            <a:ext cx="2818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  <a:r>
              <a:rPr lang="en-IN" u="sng" dirty="0"/>
              <a:t>main(</a:t>
            </a:r>
            <a:r>
              <a:rPr lang="en-IN" u="sng" dirty="0" err="1"/>
              <a:t>generateReport</a:t>
            </a:r>
            <a:r>
              <a:rPr lang="en-IN" u="sng" dirty="0"/>
              <a:t>(</a:t>
            </a:r>
            <a:r>
              <a:rPr lang="en-IN" dirty="0"/>
              <a:t> </a:t>
            </a:r>
            <a:r>
              <a:rPr lang="en-IN" dirty="0" err="1"/>
              <a:t>AffectedAreas</a:t>
            </a:r>
            <a:r>
              <a:rPr lang="en-IN" u="sng" dirty="0"/>
              <a:t>[] areas))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BAD0567-EE42-EFFF-E218-78C29FB891F1}"/>
              </a:ext>
            </a:extLst>
          </p:cNvPr>
          <p:cNvCxnSpPr>
            <a:stCxn id="14" idx="0"/>
            <a:endCxn id="5" idx="2"/>
          </p:cNvCxnSpPr>
          <p:nvPr/>
        </p:nvCxnSpPr>
        <p:spPr>
          <a:xfrm flipV="1">
            <a:off x="1732548" y="3727116"/>
            <a:ext cx="0" cy="5828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CADE87AE-6D65-BEDF-D6FC-4C98268F8FC8}"/>
              </a:ext>
            </a:extLst>
          </p:cNvPr>
          <p:cNvCxnSpPr>
            <a:cxnSpLocks/>
            <a:stCxn id="29" idx="2"/>
          </p:cNvCxnSpPr>
          <p:nvPr/>
        </p:nvCxnSpPr>
        <p:spPr>
          <a:xfrm rot="5400000">
            <a:off x="3759207" y="4788560"/>
            <a:ext cx="684450" cy="191970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F0FFFA4-CC8F-4992-7AD3-4D572EB9FA65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160295" y="1662008"/>
            <a:ext cx="5176252" cy="90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CD59B7A-5EA8-7345-5AA5-11C5445F9735}"/>
              </a:ext>
            </a:extLst>
          </p:cNvPr>
          <p:cNvCxnSpPr>
            <a:stCxn id="48" idx="0"/>
            <a:endCxn id="38" idx="2"/>
          </p:cNvCxnSpPr>
          <p:nvPr/>
        </p:nvCxnSpPr>
        <p:spPr>
          <a:xfrm flipH="1" flipV="1">
            <a:off x="9764295" y="2983830"/>
            <a:ext cx="18716" cy="9883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001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E828F2-4F61-D5ED-B4C1-F09823F4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C0381E-72FD-CA0C-F7EA-FFC71344A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577" y="0"/>
            <a:ext cx="2175809" cy="10326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A97C8B-D583-2D63-68EE-78854536C024}"/>
              </a:ext>
            </a:extLst>
          </p:cNvPr>
          <p:cNvSpPr txBox="1"/>
          <p:nvPr/>
        </p:nvSpPr>
        <p:spPr>
          <a:xfrm>
            <a:off x="518695" y="350071"/>
            <a:ext cx="1174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Areas.java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7907F-3DAF-2D5A-B0DB-F35490796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83" y="719403"/>
            <a:ext cx="5352829" cy="595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81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3E8711-92F4-5774-2EC7-822469F2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7406B1-0E3C-CE36-12FE-CBF668AF8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577" y="0"/>
            <a:ext cx="2175809" cy="10326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4FA39F-4509-C9FC-95E0-482325797BFE}"/>
              </a:ext>
            </a:extLst>
          </p:cNvPr>
          <p:cNvSpPr txBox="1"/>
          <p:nvPr/>
        </p:nvSpPr>
        <p:spPr>
          <a:xfrm>
            <a:off x="518695" y="350071"/>
            <a:ext cx="1505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Resource.java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C221D-8445-786D-D035-40E7EB626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44" y="879824"/>
            <a:ext cx="5630779" cy="579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3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C1985E-0FE2-2A4A-6BD4-CEE7A47CF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38A267-2D52-4FA9-96F5-6B224BF11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577" y="0"/>
            <a:ext cx="2175809" cy="10326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64402A-05EC-6E43-7944-D1C1905E8235}"/>
              </a:ext>
            </a:extLst>
          </p:cNvPr>
          <p:cNvSpPr txBox="1"/>
          <p:nvPr/>
        </p:nvSpPr>
        <p:spPr>
          <a:xfrm>
            <a:off x="518695" y="350071"/>
            <a:ext cx="2121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ReportManager.java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8F725D-E251-2131-B5F3-3AF5A74F8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16" y="765404"/>
            <a:ext cx="6915228" cy="574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00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E84673-758E-7E76-2BEB-AFD5CEBC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501ECB-FC0B-7E28-2D3C-F195A3BDE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577" y="0"/>
            <a:ext cx="2175809" cy="10326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274CD1-C8A2-0EE5-FF5C-D19CA960B8D8}"/>
              </a:ext>
            </a:extLst>
          </p:cNvPr>
          <p:cNvSpPr txBox="1"/>
          <p:nvPr/>
        </p:nvSpPr>
        <p:spPr>
          <a:xfrm>
            <a:off x="518695" y="350071"/>
            <a:ext cx="1680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mainMenu.java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FC6CD6-580E-9068-2D32-648B0A958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10" y="879970"/>
            <a:ext cx="3176658" cy="55289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B975F6-9614-4DE5-CA0B-81F6A2420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179" y="879970"/>
            <a:ext cx="2835809" cy="55289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B287FE1-BDCD-3B64-F232-2FA3A54C5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767" y="879970"/>
            <a:ext cx="2835810" cy="27681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A3A2804-8DA1-FFAC-06AC-DD6CFB0A7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0767" y="3721923"/>
            <a:ext cx="3259795" cy="275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33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2014EC-C271-A5EF-DDE8-7AF09F89B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9E271AD-24B7-6124-9625-DB8441896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3DE9B5-2261-88F5-806F-7F36DD63E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577" y="0"/>
            <a:ext cx="2175809" cy="103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00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3248</TotalTime>
  <Words>363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Custom Design</vt:lpstr>
      <vt:lpstr>Disaster Relief Resource Management Group No - 2</vt:lpstr>
      <vt:lpstr>Role played in the project</vt:lpstr>
      <vt:lpstr>OUTLINE</vt:lpstr>
      <vt:lpstr>PowerPoint Presentation</vt:lpstr>
      <vt:lpstr>PowerPoint Presentation</vt:lpstr>
      <vt:lpstr>Class diagram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Krishna Maragani</cp:lastModifiedBy>
  <cp:revision>54</cp:revision>
  <dcterms:created xsi:type="dcterms:W3CDTF">2022-05-20T10:20:31Z</dcterms:created>
  <dcterms:modified xsi:type="dcterms:W3CDTF">2025-12-18T01:55:41Z</dcterms:modified>
</cp:coreProperties>
</file>